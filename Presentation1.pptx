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98247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20630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4548347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143482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070420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353782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4841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0687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9861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2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7943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6554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4CDCFD-779A-1EE3-B025-BF3A497836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014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4597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818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EE2D4-C0AF-EC7D-5A19-EDF2950D7C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46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0080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248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305B77-8E66-54EC-E0B6-EC37A12AED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E4FD74-FA9A-4521-8F18-623F99D280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770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9429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2283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C45B-B827-70FD-2A65-79C7C212D7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413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1052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493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097D8F-AB5E-25F3-A231-40C2AB7518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71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7841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D580E-33B2-B6F5-D55A-3E9E3AABEA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4432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0059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409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E5718A-26DA-3EF4-643D-6F4CA58109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5114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759852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963831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323404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29850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2583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35229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68471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297794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44368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93901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81775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1356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305484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44621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2534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3537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720493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2743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7904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66161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6063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62229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317144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163964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767979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96976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8963592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59383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203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585086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840502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083533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91251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271926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748377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64087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530222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51792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3669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5347431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12919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66579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779422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98148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24659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34478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99505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4668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489803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87377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12243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01016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97842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779287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30153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946631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09702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53284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03298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70621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9373352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354965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19325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Temat magisterki</a:t>
            </a:r>
            <a:endParaRPr lang="en-US"/>
          </a:p>
        </p:txBody>
      </p:sp>
      <p:sp>
        <p:nvSpPr>
          <p:cNvPr id="207706550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095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Omawiany problem</a:t>
            </a:r>
            <a:endParaRPr/>
          </a:p>
        </p:txBody>
      </p:sp>
      <p:sp>
        <p:nvSpPr>
          <p:cNvPr id="1571282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804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Temat pracy</a:t>
            </a:r>
            <a:endParaRPr/>
          </a:p>
        </p:txBody>
      </p:sp>
      <p:sp>
        <p:nvSpPr>
          <p:cNvPr id="28970613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5463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Zasada działania</a:t>
            </a:r>
            <a:endParaRPr/>
          </a:p>
        </p:txBody>
      </p:sp>
      <p:sp>
        <p:nvSpPr>
          <p:cNvPr id="6514117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6954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Zastosowania</a:t>
            </a:r>
            <a:endParaRPr/>
          </a:p>
        </p:txBody>
      </p:sp>
      <p:sp>
        <p:nvSpPr>
          <p:cNvPr id="11032234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Kryminalistyka</a:t>
            </a:r>
            <a:endParaRPr lang="pl-PL"/>
          </a:p>
          <a:p>
            <a:pPr>
              <a:defRPr/>
            </a:pPr>
            <a:r>
              <a:rPr lang="pl-PL"/>
              <a:t>Biurokracja</a:t>
            </a:r>
            <a:endParaRPr lang="pl-PL"/>
          </a:p>
          <a:p>
            <a:pPr>
              <a:defRPr/>
            </a:pPr>
            <a:r>
              <a:rPr lang="pl-PL"/>
              <a:t>Bankowość</a:t>
            </a:r>
            <a:endParaRPr lang="pl-PL"/>
          </a:p>
          <a:p>
            <a:pPr>
              <a:defRPr/>
            </a:pPr>
            <a:r>
              <a:rPr lang="pl-PL"/>
              <a:t>Badanie faktów historycznych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8464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Zbiór danych</a:t>
            </a:r>
            <a:endParaRPr/>
          </a:p>
        </p:txBody>
      </p:sp>
      <p:sp>
        <p:nvSpPr>
          <p:cNvPr id="18162029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5964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Jakie techniki zamierzam wykorzystać?</a:t>
            </a:r>
            <a:endParaRPr/>
          </a:p>
        </p:txBody>
      </p:sp>
      <p:sp>
        <p:nvSpPr>
          <p:cNvPr id="7297683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127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Możliwe problemy</a:t>
            </a:r>
            <a:endParaRPr/>
          </a:p>
        </p:txBody>
      </p:sp>
      <p:sp>
        <p:nvSpPr>
          <p:cNvPr id="20747801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743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Na jakim etapie jestem</a:t>
            </a:r>
            <a:endParaRPr/>
          </a:p>
        </p:txBody>
      </p:sp>
      <p:sp>
        <p:nvSpPr>
          <p:cNvPr id="194698282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2026-03-17T23:06:09Z</dcterms:modified>
</cp:coreProperties>
</file>